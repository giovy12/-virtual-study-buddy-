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6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ED2E0F-B661-0493-37F5-42AB5F5C2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FA656F-5DEC-61C2-FDDF-A89BF7EF0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59C4B1-C4D2-DF70-8B85-CDC3CF84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1E6617-CD05-1A3E-45DD-714138AD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248D4A9-6006-7F5C-8C00-CA15C5FB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290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603718-DA96-5DE3-CFCC-350F30F8F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69F410-FED8-29A7-1AF7-0610C9885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2DD689-9975-8016-42C1-0CF36F15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04E9D3-EAD5-E849-BB92-55393BA9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68B3CD-0BFC-5385-F08A-DA1F37C1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3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D33069-BFA0-38DC-B93B-738137FE0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E420CE-41D2-D2CA-49C8-35D143527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709E67-7CEC-0EC6-A5D8-6E1782E6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E4B301-D50E-6713-3F1B-8E8B0EA8B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02CAC7-D343-1C1B-EDA7-4DAEF6A5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070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16CE9F-EB5F-A505-DDBC-D56DBF68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9BB543-0E35-1F23-6246-F3927C916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C0BF0A1-6E7E-94F4-994B-91DC07153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B7B0FF-816C-BF8C-BEE6-F0DB2BB7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8492F56-48DC-81F1-FED2-DF9AA457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B6613D1-C89C-0389-2F93-689C339A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79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00AA87-92CF-EF69-29C0-9FEDFD769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27173AD-ED95-0E02-1AC9-11E10283B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2A67862-63BB-0F15-D9B9-8B082FA83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ED74CFC-C6CE-EAEB-BF26-037A1F35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113DA71-C574-F493-89CE-630F78407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2A305A1-9BB2-CC9D-2BC1-7246F51E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9C03705-46CD-9F75-A410-14C7686A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CD71DD4-F74D-804A-FE00-14B979D3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15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3A1C83-8CBD-2CD3-10A0-6B24F99F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30E0CB4-3773-159D-8823-B2A284E0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C1C1B58-A360-7DC4-B7C4-E89936E7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33610FE-AA1D-AFB7-7175-A6F0BEBE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736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88347C5-E625-4D71-F5FC-BD483E25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F856FE9-7FCC-BD3A-A3BE-741A2DF8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758EBC-015A-E702-7BE9-7F2478B9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5516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60559E-D288-99FA-A61A-96ED83FC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21DBED-779D-D34D-D9E9-D21C5922C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76605F1-1F08-CAED-25DB-D19AAD8A3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4F4539-FCE3-E35A-9F89-0BEDD30D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F919F47-C138-D2BB-6954-41001750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9370369-73C0-3EB9-3D00-9531D4B7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330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87F332-01B4-C989-727C-C68E7396E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B5C8374-52AA-6648-5339-CBB8303AD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EC6E9F-71F1-F836-A33C-A6D7EA221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309CF4C-2716-68D2-4CC4-927479CF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10131A3-9B8B-2080-FB2E-C1D2AF328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78D882-8035-54B5-1522-2CDE95C9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31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889871-C348-D5C1-189B-A3E3EEA5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D27FBE7-CE73-F28C-21F2-49E962998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8989F2-86EB-9321-C757-EDFA3759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2465F9-0D16-D4A9-5A9C-21B362DE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001BF6-7FE2-C273-9552-76786E30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204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56A1537-85A1-107E-9063-8776695A9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412C800-ACCF-9FFE-3DA8-54BEDA0BB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9236A1-E087-3472-1386-43DEC73AC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9DF7FE-A670-BCA8-3021-70F04C37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AFEEDC-9B5A-C639-D81D-6853757C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315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3C5E72E-B81C-9E48-A54E-7573568F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A7C246-CB43-7A49-36C9-E8A4EC11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5DF14E-6AEE-9ED6-6ABD-A23DE447B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4FAEA-2182-4585-B810-F5A94FB8687E}" type="datetimeFigureOut">
              <a:rPr lang="it-IT" smtClean="0"/>
              <a:t>09/11/2023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9BFAD9-D9F4-8064-4055-E8530C974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205E40-124A-90C6-8789-84B5BC047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C1E95-D526-45DF-B940-192A0E384C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281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C30E6-1973-8CEE-7745-500CEAA34D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0861" b="963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AD9E0FE-3B93-5DE3-B60D-2CBD43883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65228"/>
            <a:ext cx="9144000" cy="1357652"/>
          </a:xfrm>
        </p:spPr>
        <p:txBody>
          <a:bodyPr>
            <a:prstTxWarp prst="textArchUp">
              <a:avLst/>
            </a:prstTxWarp>
            <a:normAutofit/>
          </a:bodyPr>
          <a:lstStyle/>
          <a:p>
            <a:r>
              <a:rPr lang="it-IT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«VIRTUAL STUDY BUDDY»</a:t>
            </a:r>
          </a:p>
        </p:txBody>
      </p:sp>
    </p:spTree>
    <p:extLst>
      <p:ext uri="{BB962C8B-B14F-4D97-AF65-F5344CB8AC3E}">
        <p14:creationId xmlns:p14="http://schemas.microsoft.com/office/powerpoint/2010/main" val="1356350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tudy Buddy: How to Host a Virtual Study Group | WCU">
            <a:extLst>
              <a:ext uri="{FF2B5EF4-FFF2-40B4-BE49-F238E27FC236}">
                <a16:creationId xmlns:a16="http://schemas.microsoft.com/office/drawing/2014/main" id="{C3EC53BF-6299-6C66-A66C-B36B178B7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39" b="11539"/>
          <a:stretch/>
        </p:blipFill>
        <p:spPr bwMode="auto">
          <a:xfrm>
            <a:off x="4267201" y="10"/>
            <a:ext cx="7924800" cy="338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3588B7-9DD6-0A76-5417-1DCBAACFA6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128" r="2" b="19584"/>
          <a:stretch/>
        </p:blipFill>
        <p:spPr>
          <a:xfrm>
            <a:off x="4650916" y="3474720"/>
            <a:ext cx="7555832" cy="3383280"/>
          </a:xfrm>
          <a:prstGeom prst="rect">
            <a:avLst/>
          </a:prstGeom>
        </p:spPr>
      </p:pic>
      <p:sp useBgFill="1">
        <p:nvSpPr>
          <p:cNvPr id="1040" name="Freeform: Shape 1039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014586D-C104-50D1-414D-EF49EDCE9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671" y="926686"/>
            <a:ext cx="3992700" cy="1529918"/>
          </a:xfrm>
        </p:spPr>
        <p:txBody>
          <a:bodyPr>
            <a:prstTxWarp prst="textArchUp">
              <a:avLst>
                <a:gd name="adj" fmla="val 12911695"/>
              </a:avLst>
            </a:prstTxWarp>
            <a:normAutofit/>
          </a:bodyPr>
          <a:lstStyle/>
          <a:p>
            <a:pPr algn="l"/>
            <a:r>
              <a:rPr lang="it-IT" sz="4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«</a:t>
            </a:r>
            <a:r>
              <a:rPr lang="it-IT" sz="88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LO SCOPO»</a:t>
            </a:r>
            <a:endParaRPr lang="it-IT" sz="4400" b="1" dirty="0">
              <a:ln w="6600">
                <a:solidFill>
                  <a:schemeClr val="accent2"/>
                </a:solidFill>
                <a:prstDash val="solid"/>
              </a:ln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06763AB-EA78-840A-B978-620EACA6D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2317072"/>
            <a:ext cx="4007449" cy="3665683"/>
          </a:xfrm>
        </p:spPr>
        <p:txBody>
          <a:bodyPr>
            <a:noAutofit/>
          </a:bodyPr>
          <a:lstStyle/>
          <a:p>
            <a:pPr algn="l"/>
            <a:r>
              <a:rPr lang="it-IT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Questo progetto ha lo scopo di sviluppare un’applicazione mobile o web che collega studenti con partner di studio virtuali. L’app aiuta gli studenti a trovare collaboratori di studio compatibili, a pianificare sessioni di studio, a condividere risorse e a monitorare i progressi accademici. </a:t>
            </a:r>
          </a:p>
        </p:txBody>
      </p:sp>
    </p:spTree>
    <p:extLst>
      <p:ext uri="{BB962C8B-B14F-4D97-AF65-F5344CB8AC3E}">
        <p14:creationId xmlns:p14="http://schemas.microsoft.com/office/powerpoint/2010/main" val="382575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209907-49E0-4579-DCA3-5637FCC88D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F8659AB-248A-3557-E450-615D937D7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9933" y="473750"/>
            <a:ext cx="7294485" cy="1116647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«PER </a:t>
            </a:r>
            <a:r>
              <a:rPr lang="it-IT" dirty="0">
                <a:latin typeface="+mn-lt"/>
                <a:ea typeface="+mn-ea"/>
                <a:cs typeface="+mn-cs"/>
              </a:rPr>
              <a:t>CHI</a:t>
            </a:r>
            <a:r>
              <a:rPr lang="it-IT" dirty="0">
                <a:solidFill>
                  <a:srgbClr val="FFFFFF"/>
                </a:solidFill>
              </a:rPr>
              <a:t>»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435590D-F889-822B-9D3D-6A4ECEC03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0024" y="2064146"/>
            <a:ext cx="9061142" cy="1988600"/>
          </a:xfrm>
        </p:spPr>
        <p:txBody>
          <a:bodyPr>
            <a:normAutofit/>
          </a:bodyPr>
          <a:lstStyle/>
          <a:p>
            <a:r>
              <a:rPr lang="it-IT" sz="3000" dirty="0">
                <a:solidFill>
                  <a:srgbClr val="FFFFFF"/>
                </a:solidFill>
              </a:rPr>
              <a:t>-Studenti universitari</a:t>
            </a:r>
          </a:p>
          <a:p>
            <a:r>
              <a:rPr lang="it-IT" sz="3000" dirty="0">
                <a:solidFill>
                  <a:srgbClr val="FFFFFF"/>
                </a:solidFill>
              </a:rPr>
              <a:t>-Chiunque abbia bisogno di un partner di studio (età superiore ai 16 anni)</a:t>
            </a:r>
          </a:p>
        </p:txBody>
      </p:sp>
    </p:spTree>
    <p:extLst>
      <p:ext uri="{BB962C8B-B14F-4D97-AF65-F5344CB8AC3E}">
        <p14:creationId xmlns:p14="http://schemas.microsoft.com/office/powerpoint/2010/main" val="2739756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DF189E-C82B-E512-6B69-1215EAEA5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«GLI STRUMENTI»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5C60CC-C98E-6DAD-E000-5F486500C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-Area </a:t>
            </a:r>
            <a:r>
              <a:rPr lang="en-US" dirty="0" err="1"/>
              <a:t>utenti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-Forum </a:t>
            </a:r>
            <a:r>
              <a:rPr lang="en-US" dirty="0" err="1"/>
              <a:t>discussione</a:t>
            </a:r>
            <a:r>
              <a:rPr lang="en-US" dirty="0"/>
              <a:t> </a:t>
            </a:r>
            <a:r>
              <a:rPr lang="en-US" dirty="0" err="1"/>
              <a:t>aperto</a:t>
            </a:r>
            <a:r>
              <a:rPr lang="en-US" dirty="0"/>
              <a:t> </a:t>
            </a:r>
            <a:r>
              <a:rPr lang="en-US" dirty="0" err="1"/>
              <a:t>diviso</a:t>
            </a:r>
            <a:r>
              <a:rPr lang="en-US" dirty="0"/>
              <a:t> per </a:t>
            </a:r>
            <a:r>
              <a:rPr lang="en-US" dirty="0" err="1"/>
              <a:t>disciplina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-Upload </a:t>
            </a:r>
            <a:r>
              <a:rPr lang="en-US" dirty="0"/>
              <a:t>e download di </a:t>
            </a:r>
            <a:r>
              <a:rPr lang="en-US" dirty="0" err="1"/>
              <a:t>appunti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 err="1"/>
              <a:t>Visualizzazione</a:t>
            </a:r>
            <a:r>
              <a:rPr lang="en-US" dirty="0"/>
              <a:t> </a:t>
            </a:r>
            <a:r>
              <a:rPr lang="en-US" dirty="0" err="1"/>
              <a:t>progressi</a:t>
            </a:r>
            <a:r>
              <a:rPr lang="en-US" dirty="0"/>
              <a:t> </a:t>
            </a:r>
            <a:r>
              <a:rPr lang="en-US" dirty="0" err="1"/>
              <a:t>accademici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Scelta</a:t>
            </a:r>
            <a:r>
              <a:rPr lang="en-US" dirty="0"/>
              <a:t> lingua </a:t>
            </a:r>
            <a:r>
              <a:rPr lang="en-US" dirty="0" err="1"/>
              <a:t>straniera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6033920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107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di Office</vt:lpstr>
      <vt:lpstr>«VIRTUAL STUDY BUDDY»</vt:lpstr>
      <vt:lpstr>«LO SCOPO»</vt:lpstr>
      <vt:lpstr>«PER CHI»</vt:lpstr>
      <vt:lpstr>«GLI STRUMENTI»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«VIRTUAL STUDY BUDDY»</dc:title>
  <dc:creator>Giovanna Lanzillo</dc:creator>
  <cp:lastModifiedBy>Giovanna Lanzillo</cp:lastModifiedBy>
  <cp:revision>2</cp:revision>
  <dcterms:created xsi:type="dcterms:W3CDTF">2023-11-09T08:03:12Z</dcterms:created>
  <dcterms:modified xsi:type="dcterms:W3CDTF">2023-11-09T09:03:22Z</dcterms:modified>
</cp:coreProperties>
</file>