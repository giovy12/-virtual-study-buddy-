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2" autoAdjust="0"/>
    <p:restoredTop sz="94660"/>
  </p:normalViewPr>
  <p:slideViewPr>
    <p:cSldViewPr snapToGrid="0">
      <p:cViewPr varScale="1">
        <p:scale>
          <a:sx n="90" d="100"/>
          <a:sy n="90" d="100"/>
        </p:scale>
        <p:origin x="84" y="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ED2E0F-B661-0493-37F5-42AB5F5C2F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CFA656F-5DEC-61C2-FDDF-A89BF7EF02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059C4B1-C4D2-DF70-8B85-CDC3CF84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4FAEA-2182-4585-B810-F5A94FB8687E}" type="datetimeFigureOut">
              <a:rPr lang="it-IT" smtClean="0"/>
              <a:t>09/11/2023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51E6617-CD05-1A3E-45DD-714138AD1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248D4A9-6006-7F5C-8C00-CA15C5FBB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C1E95-D526-45DF-B940-192A0E384C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2908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603718-DA96-5DE3-CFCC-350F30F8F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69F410-FED8-29A7-1AF7-0610C9885C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92DD689-9975-8016-42C1-0CF36F155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4FAEA-2182-4585-B810-F5A94FB8687E}" type="datetimeFigureOut">
              <a:rPr lang="it-IT" smtClean="0"/>
              <a:t>09/11/2023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04E9D3-EAD5-E849-BB92-55393BA98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B68B3CD-0BFC-5385-F08A-DA1F37C19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C1E95-D526-45DF-B940-192A0E384C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832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D33069-BFA0-38DC-B93B-738137FE0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EE420CE-41D2-D2CA-49C8-35D143527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E709E67-7CEC-0EC6-A5D8-6E1782E6F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4FAEA-2182-4585-B810-F5A94FB8687E}" type="datetimeFigureOut">
              <a:rPr lang="it-IT" smtClean="0"/>
              <a:t>09/11/2023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BE4B301-D50E-6713-3F1B-8E8B0EA8B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002CAC7-D343-1C1B-EDA7-4DAEF6A5A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C1E95-D526-45DF-B940-192A0E384C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60706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16CE9F-EB5F-A505-DDBC-D56DBF68A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9BB543-0E35-1F23-6246-F3927C9165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C0BF0A1-6E7E-94F4-994B-91DC07153E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6B7B0FF-816C-BF8C-BEE6-F0DB2BB71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4FAEA-2182-4585-B810-F5A94FB8687E}" type="datetimeFigureOut">
              <a:rPr lang="it-IT" smtClean="0"/>
              <a:t>09/11/2023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8492F56-48DC-81F1-FED2-DF9AA457E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B6613D1-C89C-0389-2F93-689C339A5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C1E95-D526-45DF-B940-192A0E384C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2799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00AA87-92CF-EF69-29C0-9FEDFD769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27173AD-ED95-0E02-1AC9-11E10283B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2A67862-63BB-0F15-D9B9-8B082FA83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ED74CFC-C6CE-EAEB-BF26-037A1F35A5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113DA71-C574-F493-89CE-630F784078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2A305A1-9BB2-CC9D-2BC1-7246F51E7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4FAEA-2182-4585-B810-F5A94FB8687E}" type="datetimeFigureOut">
              <a:rPr lang="it-IT" smtClean="0"/>
              <a:t>09/11/2023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F9C03705-46CD-9F75-A410-14C7686A9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5CD71DD4-F74D-804A-FE00-14B979D31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C1E95-D526-45DF-B940-192A0E384C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8150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3A1C83-8CBD-2CD3-10A0-6B24F99F3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30E0CB4-3773-159D-8823-B2A284E0F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4FAEA-2182-4585-B810-F5A94FB8687E}" type="datetimeFigureOut">
              <a:rPr lang="it-IT" smtClean="0"/>
              <a:t>09/11/2023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C1C1B58-A360-7DC4-B7C4-E89936E78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33610FE-AA1D-AFB7-7175-A6F0BEBE8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C1E95-D526-45DF-B940-192A0E384C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57367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88347C5-E625-4D71-F5FC-BD483E250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4FAEA-2182-4585-B810-F5A94FB8687E}" type="datetimeFigureOut">
              <a:rPr lang="it-IT" smtClean="0"/>
              <a:t>09/11/2023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0F856FE9-7FCC-BD3A-A3BE-741A2DF8B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0758EBC-015A-E702-7BE9-7F2478B9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C1E95-D526-45DF-B940-192A0E384C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95516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60559E-D288-99FA-A61A-96ED83FC1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21DBED-779D-D34D-D9E9-D21C5922C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76605F1-1F08-CAED-25DB-D19AAD8A3C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64F4539-FCE3-E35A-9F89-0BEDD30D0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4FAEA-2182-4585-B810-F5A94FB8687E}" type="datetimeFigureOut">
              <a:rPr lang="it-IT" smtClean="0"/>
              <a:t>09/11/2023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F919F47-C138-D2BB-6954-41001750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9370369-73C0-3EB9-3D00-9531D4B7D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C1E95-D526-45DF-B940-192A0E384C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3308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87F332-01B4-C989-727C-C68E7396E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6B5C8374-52AA-6648-5339-CBB8303AD9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1EC6E9F-71F1-F836-A33C-A6D7EA221A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309CF4C-2716-68D2-4CC4-927479CF1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4FAEA-2182-4585-B810-F5A94FB8687E}" type="datetimeFigureOut">
              <a:rPr lang="it-IT" smtClean="0"/>
              <a:t>09/11/2023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10131A3-9B8B-2080-FB2E-C1D2AF328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078D882-8035-54B5-1522-2CDE95C9A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C1E95-D526-45DF-B940-192A0E384C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6318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889871-C348-D5C1-189B-A3E3EEA5E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D27FBE7-CE73-F28C-21F2-49E9629984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08989F2-86EB-9321-C757-EDFA37599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4FAEA-2182-4585-B810-F5A94FB8687E}" type="datetimeFigureOut">
              <a:rPr lang="it-IT" smtClean="0"/>
              <a:t>09/11/2023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E2465F9-0D16-D4A9-5A9C-21B362DEA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B001BF6-7FE2-C273-9552-76786E30A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C1E95-D526-45DF-B940-192A0E384C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22047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56A1537-85A1-107E-9063-8776695A99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412C800-ACCF-9FFE-3DA8-54BEDA0BB4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19236A1-E087-3472-1386-43DEC73AC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4FAEA-2182-4585-B810-F5A94FB8687E}" type="datetimeFigureOut">
              <a:rPr lang="it-IT" smtClean="0"/>
              <a:t>09/11/2023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99DF7FE-A670-BCA8-3021-70F04C37C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4AFEEDC-9B5A-C639-D81D-6853757CF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C1E95-D526-45DF-B940-192A0E384C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83150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3C5E72E-B81C-9E48-A54E-7573568FD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4A7C246-CB43-7A49-36C9-E8A4EC114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B5DF14E-6AEE-9ED6-6ABD-A23DE447BC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4FAEA-2182-4585-B810-F5A94FB8687E}" type="datetimeFigureOut">
              <a:rPr lang="it-IT" smtClean="0"/>
              <a:t>09/11/2023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79BFAD9-D9F4-8064-4055-E8530C9744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A205E40-124A-90C6-8789-84B5BC047F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C1E95-D526-45DF-B940-192A0E384C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82814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7C30E6-1973-8CEE-7745-500CEAA34D9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t="10861" b="9633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7AD9E0FE-3B93-5DE3-B60D-2CBD43883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it-IT">
                <a:solidFill>
                  <a:srgbClr val="FFFFFF"/>
                </a:solidFill>
              </a:rPr>
              <a:t>«VIRTUAL STUDY BUDDY»</a:t>
            </a:r>
          </a:p>
        </p:txBody>
      </p:sp>
    </p:spTree>
    <p:extLst>
      <p:ext uri="{BB962C8B-B14F-4D97-AF65-F5344CB8AC3E}">
        <p14:creationId xmlns:p14="http://schemas.microsoft.com/office/powerpoint/2010/main" val="13563503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3588B7-9DD6-0A76-5417-1DCBAACFA69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t="8419" b="12076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8014586D-C104-50D1-414D-EF49EDCE96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53918" y="1828799"/>
            <a:ext cx="6084163" cy="1182026"/>
          </a:xfrm>
        </p:spPr>
        <p:txBody>
          <a:bodyPr>
            <a:normAutofit/>
          </a:bodyPr>
          <a:lstStyle/>
          <a:p>
            <a:r>
              <a:rPr lang="it-IT" dirty="0">
                <a:solidFill>
                  <a:srgbClr val="FFFFFF"/>
                </a:solidFill>
              </a:rPr>
              <a:t>«LO SCOPO»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06763AB-EA78-840A-B978-620EACA6DB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4763" y="3260652"/>
            <a:ext cx="9243237" cy="1997148"/>
          </a:xfrm>
        </p:spPr>
        <p:txBody>
          <a:bodyPr>
            <a:normAutofit/>
          </a:bodyPr>
          <a:lstStyle/>
          <a:p>
            <a:pPr algn="just"/>
            <a:r>
              <a:rPr lang="it-IT" dirty="0">
                <a:solidFill>
                  <a:srgbClr val="FFFFFF"/>
                </a:solidFill>
              </a:rPr>
              <a:t>Questo progetto ha lo scopo di sviluppare un’applicazione mobile o web che collega studenti con partner di studio virtuali. L’app aiuta gli studenti a trovare collaboratori di studio compatibili, a pianificare sessioni di studio, a condividere risorse e a monitorare i progressi accademici. </a:t>
            </a:r>
          </a:p>
        </p:txBody>
      </p:sp>
    </p:spTree>
    <p:extLst>
      <p:ext uri="{BB962C8B-B14F-4D97-AF65-F5344CB8AC3E}">
        <p14:creationId xmlns:p14="http://schemas.microsoft.com/office/powerpoint/2010/main" val="38257514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209907-49E0-4579-DCA3-5637FCC88DE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7F8659AB-248A-3557-E450-615D937D74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06232"/>
            <a:ext cx="9144000" cy="1116647"/>
          </a:xfrm>
        </p:spPr>
        <p:txBody>
          <a:bodyPr>
            <a:normAutofit/>
          </a:bodyPr>
          <a:lstStyle/>
          <a:p>
            <a:r>
              <a:rPr lang="it-IT" dirty="0">
                <a:solidFill>
                  <a:srgbClr val="FFFFFF"/>
                </a:solidFill>
              </a:rPr>
              <a:t>«PER </a:t>
            </a:r>
            <a:r>
              <a:rPr lang="it-IT" sz="4400" dirty="0">
                <a:latin typeface="+mn-lt"/>
                <a:ea typeface="+mn-ea"/>
                <a:cs typeface="+mn-cs"/>
              </a:rPr>
              <a:t>CHI</a:t>
            </a:r>
            <a:r>
              <a:rPr lang="it-IT" dirty="0">
                <a:solidFill>
                  <a:srgbClr val="FFFFFF"/>
                </a:solidFill>
              </a:rPr>
              <a:t>»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435590D-F889-822B-9D3D-6A4ECEC03B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5"/>
            <a:ext cx="9144000" cy="909746"/>
          </a:xfrm>
        </p:spPr>
        <p:txBody>
          <a:bodyPr>
            <a:normAutofit/>
          </a:bodyPr>
          <a:lstStyle/>
          <a:p>
            <a:r>
              <a:rPr lang="it-IT" sz="3000" dirty="0">
                <a:solidFill>
                  <a:srgbClr val="FFFFFF"/>
                </a:solidFill>
              </a:rPr>
              <a:t>-Studenti </a:t>
            </a:r>
            <a:r>
              <a:rPr lang="it-IT" sz="3000" dirty="0" err="1">
                <a:solidFill>
                  <a:srgbClr val="FFFFFF"/>
                </a:solidFill>
              </a:rPr>
              <a:t>universitarI</a:t>
            </a:r>
            <a:endParaRPr lang="it-IT" sz="3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7562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5DF189E-C82B-E512-6B69-1215EAEA54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6834" y="1153572"/>
            <a:ext cx="3200400" cy="44611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«GLI STRUMENTI»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C5C60CC-C98E-6DAD-E000-5F486500CA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47308" y="591344"/>
            <a:ext cx="6906491" cy="558561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/>
              <a:t>-Area </a:t>
            </a:r>
            <a:r>
              <a:rPr lang="en-US" dirty="0" err="1"/>
              <a:t>utenti</a:t>
            </a:r>
            <a:endParaRPr lang="en-US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/>
              <a:t>-Forum </a:t>
            </a:r>
            <a:r>
              <a:rPr lang="en-US" dirty="0" err="1"/>
              <a:t>discussione</a:t>
            </a:r>
            <a:r>
              <a:rPr lang="en-US" dirty="0"/>
              <a:t> </a:t>
            </a:r>
            <a:r>
              <a:rPr lang="en-US" dirty="0" err="1"/>
              <a:t>aperto</a:t>
            </a:r>
            <a:r>
              <a:rPr lang="en-US" dirty="0"/>
              <a:t> </a:t>
            </a:r>
            <a:r>
              <a:rPr lang="en-US" dirty="0" err="1"/>
              <a:t>diviso</a:t>
            </a:r>
            <a:r>
              <a:rPr lang="en-US" dirty="0"/>
              <a:t> per </a:t>
            </a:r>
            <a:r>
              <a:rPr lang="en-US" dirty="0" err="1"/>
              <a:t>disciplina</a:t>
            </a:r>
            <a:endParaRPr lang="en-US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/>
              <a:t>-</a:t>
            </a:r>
            <a:r>
              <a:rPr lang="en-US" dirty="0" err="1"/>
              <a:t>Uppload</a:t>
            </a:r>
            <a:r>
              <a:rPr lang="en-US" dirty="0"/>
              <a:t> e download di </a:t>
            </a:r>
            <a:r>
              <a:rPr lang="en-US" dirty="0" err="1"/>
              <a:t>appunti</a:t>
            </a:r>
            <a:endParaRPr lang="en-US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/>
              <a:t>-</a:t>
            </a:r>
            <a:r>
              <a:rPr lang="en-US" dirty="0" err="1"/>
              <a:t>Visualizzazione</a:t>
            </a:r>
            <a:r>
              <a:rPr lang="en-US" dirty="0"/>
              <a:t> </a:t>
            </a:r>
            <a:r>
              <a:rPr lang="en-US" dirty="0" err="1"/>
              <a:t>progressi</a:t>
            </a:r>
            <a:r>
              <a:rPr lang="en-US" dirty="0"/>
              <a:t> </a:t>
            </a:r>
            <a:r>
              <a:rPr lang="en-US" dirty="0" err="1"/>
              <a:t>accademici</a:t>
            </a:r>
            <a:endParaRPr lang="en-US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 err="1"/>
              <a:t>Scelta</a:t>
            </a:r>
            <a:r>
              <a:rPr lang="en-US" dirty="0"/>
              <a:t> lingua </a:t>
            </a:r>
            <a:r>
              <a:rPr lang="en-US" dirty="0" err="1"/>
              <a:t>straniera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260339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91</Words>
  <Application>Microsoft Office PowerPoint</Application>
  <PresentationFormat>Widescreen</PresentationFormat>
  <Paragraphs>11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di Office</vt:lpstr>
      <vt:lpstr>«VIRTUAL STUDY BUDDY»</vt:lpstr>
      <vt:lpstr>«LO SCOPO»</vt:lpstr>
      <vt:lpstr>«PER CHI»</vt:lpstr>
      <vt:lpstr>«GLI STRUMENTI»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«VIRTUAL STUDY BUDDY»</dc:title>
  <dc:creator>Giovanna Lanzillo</dc:creator>
  <cp:lastModifiedBy>Giovanna Lanzillo</cp:lastModifiedBy>
  <cp:revision>1</cp:revision>
  <dcterms:created xsi:type="dcterms:W3CDTF">2023-11-09T08:03:12Z</dcterms:created>
  <dcterms:modified xsi:type="dcterms:W3CDTF">2023-11-09T08:21:08Z</dcterms:modified>
</cp:coreProperties>
</file>